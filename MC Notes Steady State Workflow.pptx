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29E55-F800-9856-87EA-1ECD065D56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95950" y="63500"/>
            <a:ext cx="825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808080">
                    <a:alpha val="50000"/>
                  </a:srgbClr>
                </a:solidFill>
                <a:latin typeface="Aptos" panose="020B0004020202020204" pitchFamily="34" charset="0"/>
              </a:rPr>
              <a:t>Corporate Use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4572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MC Notes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Extraction, validation, master data, and Power BI reporting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06424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057400" cy="114300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Extract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GNG, AFS, OTHER PDFs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240280"/>
            <a:ext cx="2057400" cy="11430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Validate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Robot-vs-visual audits and coverage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240280"/>
            <a:ext cx="2057400" cy="114300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Merge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Master_Table_Q with BO and GED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240280"/>
            <a:ext cx="2057400" cy="1143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Report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Power BI monthly dashboard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80360" y="2743200"/>
            <a:ext cx="347472" cy="20116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349240" y="2743200"/>
            <a:ext cx="347472" cy="20116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7818120" y="2743200"/>
            <a:ext cx="347472" cy="20116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Calibri"/>
              </a:rPr>
              <a:t>MC Notes project - steady-state monthly refresh model - 2026-06-02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4572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Monthly Steady-State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Repeat once a month after source files and BO data are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06424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2148840"/>
            <a:ext cx="1572768" cy="132588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1. Collect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Add monthly PDFs to GNG, AFS, OTHER folders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20824" y="2715768"/>
            <a:ext cx="347472" cy="20116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31720" y="2148840"/>
            <a:ext cx="1572768" cy="132588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2. Extract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Run package scripts and keep generated outputs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41063" y="2715768"/>
            <a:ext cx="347472" cy="20116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51960" y="2148840"/>
            <a:ext cx="1572768" cy="132588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3. Audit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Run visible checks, missing-file checks, duplicate checks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61304" y="2715768"/>
            <a:ext cx="347472" cy="20116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1572768" cy="13258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4. Refresh Master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Refresh Power Query, BO joins, GED fields, exports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81544" y="2715768"/>
            <a:ext cx="347472" cy="20116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2148840"/>
            <a:ext cx="1572768" cy="132588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5. Refresh Power BI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Refresh model, measures, slicers, report pages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01784" y="2715768"/>
            <a:ext cx="347472" cy="20116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12680" y="2148840"/>
            <a:ext cx="1572768" cy="132588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6. Sign Off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Review exceptions, archive outputs, update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4240" y="4434840"/>
            <a:ext cx="9104480" cy="603242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ctr"/>
            <a:r>
              <a:rPr sz="1600" b="0" dirty="0">
                <a:solidFill>
                  <a:srgbClr val="1F4E79"/>
                </a:solidFill>
                <a:latin typeface="Calibri"/>
              </a:rPr>
              <a:t>Monthly close condition: master table reconciles to source coverage</a:t>
            </a:r>
            <a:endParaRPr lang="en-US" sz="1600" b="0" dirty="0">
              <a:solidFill>
                <a:srgbClr val="1F4E79"/>
              </a:solidFill>
              <a:latin typeface="Calibri"/>
            </a:endParaRPr>
          </a:p>
          <a:p>
            <a:pPr algn="ctr"/>
            <a:r>
              <a:rPr sz="1600" b="0" dirty="0">
                <a:solidFill>
                  <a:srgbClr val="1F4E79"/>
                </a:solidFill>
                <a:latin typeface="Calibri"/>
              </a:rPr>
              <a:t>, audit exceptions are logged, and Power BI refresh completes with expected volumes and trend continuity.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Calibri"/>
              </a:rPr>
              <a:t>MC Notes project - steady-state monthly refresh model - 2026-06-02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4572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Validation And Audit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Controls that should run before the monthly Power BI refresh is considered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06424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154680" cy="123444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Calibri"/>
              </a:rPr>
              <a:t>Coverage</a:t>
            </a:r>
          </a:p>
          <a:p>
            <a:pPr algn="ctr"/>
            <a:r>
              <a:rPr sz="1050" dirty="0">
                <a:solidFill>
                  <a:srgbClr val="202020"/>
                </a:solidFill>
                <a:latin typeface="Calibri"/>
              </a:rPr>
              <a:t>Expected files vs analyzed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00200"/>
            <a:ext cx="3154680" cy="123444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Operation Number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Missing, duplicate, or conflicting 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600200"/>
            <a:ext cx="3154680" cy="123444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Calibri"/>
              </a:rPr>
              <a:t>Dates</a:t>
            </a:r>
          </a:p>
          <a:p>
            <a:pPr algn="ctr"/>
            <a:r>
              <a:rPr sz="1050" dirty="0">
                <a:solidFill>
                  <a:srgbClr val="202020"/>
                </a:solidFill>
                <a:latin typeface="Calibri"/>
              </a:rPr>
              <a:t>Missing dates, future 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20440"/>
            <a:ext cx="3154680" cy="12344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Calibri"/>
              </a:rPr>
              <a:t>Template Rules</a:t>
            </a:r>
          </a:p>
          <a:p>
            <a:pPr algn="ctr"/>
            <a:r>
              <a:rPr sz="1050" dirty="0">
                <a:solidFill>
                  <a:srgbClr val="202020"/>
                </a:solidFill>
                <a:latin typeface="Calibri"/>
              </a:rPr>
              <a:t>Template-specific service columns and leakage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520440"/>
            <a:ext cx="3154680" cy="123444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Robot vs Visual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Field-level comparison against visible-PDF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520440"/>
            <a:ext cx="3154680" cy="123444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Calibri"/>
              </a:rPr>
              <a:t>Change Log</a:t>
            </a:r>
          </a:p>
          <a:p>
            <a:pPr algn="ctr"/>
            <a:r>
              <a:rPr sz="1050" dirty="0">
                <a:solidFill>
                  <a:srgbClr val="202020"/>
                </a:solidFill>
                <a:latin typeface="Calibri"/>
              </a:rPr>
              <a:t>Parser, mapping, workbook, and report logic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Calibri"/>
              </a:rPr>
              <a:t>MC Notes project - steady-state monthly refresh model - 2026-06-02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4572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Power BI Reporting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Replace the Python/HTML dashboard with a maintainable Power BI reporting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06424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212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F4E79"/>
                </a:solidFill>
                <a:latin typeface="Calibri"/>
              </a:rPr>
              <a:t>Recommended report pages</a:t>
            </a:r>
          </a:p>
          <a:p>
            <a:pPr lvl="1"/>
            <a:r>
              <a:rPr sz="1300" b="0" dirty="0">
                <a:solidFill>
                  <a:srgbClr val="202020"/>
                </a:solidFill>
                <a:latin typeface="Calibri"/>
              </a:rPr>
              <a:t>Template Trends: monthly volume, word counts, page counts</a:t>
            </a:r>
          </a:p>
          <a:p>
            <a:pPr lvl="1"/>
            <a:r>
              <a:rPr sz="1300" b="0" dirty="0">
                <a:solidFill>
                  <a:srgbClr val="202020"/>
                </a:solidFill>
                <a:latin typeface="Calibri"/>
              </a:rPr>
              <a:t>Service Opinions: service mix, opinion length, team drilldowns</a:t>
            </a:r>
          </a:p>
          <a:p>
            <a:pPr lvl="1"/>
            <a:r>
              <a:rPr sz="1300" b="0" dirty="0">
                <a:solidFill>
                  <a:srgbClr val="202020"/>
                </a:solidFill>
                <a:latin typeface="Calibri"/>
              </a:rPr>
              <a:t>BO/Product View: product mix, BO teams, BO validation dates</a:t>
            </a:r>
          </a:p>
          <a:p>
            <a:pPr lvl="1"/>
            <a:r>
              <a:rPr sz="1300" b="0" dirty="0">
                <a:solidFill>
                  <a:srgbClr val="202020"/>
                </a:solidFill>
                <a:latin typeface="Calibri"/>
              </a:rPr>
              <a:t>Data Quality: missing dates, coverage gaps, duplicate IDs, audit mismatches</a:t>
            </a:r>
          </a:p>
          <a:p>
            <a:pPr lvl="1"/>
            <a:r>
              <a:rPr sz="1300" b="0" dirty="0">
                <a:solidFill>
                  <a:srgbClr val="202020"/>
                </a:solidFill>
                <a:latin typeface="Calibri"/>
              </a:rPr>
              <a:t>Record Explorer: searchable operation-level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Calibri"/>
              </a:rPr>
              <a:t>MC Notes project - steady-state monthly refresh model - 2026-06-02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4572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Immediate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Convert the current prototype into a repeatable monthly operating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06424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241280" cy="65836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Calibri"/>
              </a:rPr>
              <a:t>1. Formalize checklist</a:t>
            </a:r>
          </a:p>
          <a:p>
            <a:pPr algn="ctr"/>
            <a:r>
              <a:rPr sz="1050" dirty="0">
                <a:solidFill>
                  <a:srgbClr val="202020"/>
                </a:solidFill>
                <a:latin typeface="Calibri"/>
              </a:rPr>
              <a:t>Commands, expected outputs, owner, review date, and sign-off criteria.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241280" cy="658368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Calibri"/>
              </a:rPr>
              <a:t>2. Build Power BI file</a:t>
            </a:r>
          </a:p>
          <a:p>
            <a:pPr algn="ctr"/>
            <a:r>
              <a:rPr sz="1050" dirty="0">
                <a:solidFill>
                  <a:srgbClr val="202020"/>
                </a:solidFill>
                <a:latin typeface="Calibri"/>
              </a:rPr>
              <a:t>Recreate dashboard pages with stable measures and slicers.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10241280" cy="658368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Calibri"/>
              </a:rPr>
              <a:t>3. Harden coverage audit</a:t>
            </a:r>
          </a:p>
          <a:p>
            <a:pPr algn="ctr"/>
            <a:r>
              <a:rPr sz="1050" dirty="0">
                <a:solidFill>
                  <a:srgbClr val="202020"/>
                </a:solidFill>
                <a:latin typeface="Calibri"/>
              </a:rPr>
              <a:t>Resolve source-file vs analyzed-file mismatch as a recurring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10241280" cy="658368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4. Document Power Query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Mark authoritative columns and explain each transformation.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57800"/>
            <a:ext cx="10241280" cy="65836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5. Monthly summary</a:t>
            </a:r>
          </a:p>
          <a:p>
            <a:pPr algn="ctr"/>
            <a:r>
              <a:rPr sz="1050">
                <a:solidFill>
                  <a:srgbClr val="202020"/>
                </a:solidFill>
                <a:latin typeface="Calibri"/>
              </a:rPr>
              <a:t>One-page refresh note: volumes, manual rate, exceptions,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Calibri"/>
              </a:rPr>
              <a:t>MC Notes project - steady-state monthly refresh model - 2026-06-02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447</Words>
  <Application>Microsoft Office PowerPoint</Application>
  <PresentationFormat>Widescreen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MOSCALU Stefan</cp:lastModifiedBy>
  <cp:revision>3</cp:revision>
  <dcterms:created xsi:type="dcterms:W3CDTF">2013-01-27T09:14:16Z</dcterms:created>
  <dcterms:modified xsi:type="dcterms:W3CDTF">2026-06-02T07:53:39Z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b5154d6-21c1-415b-b061-7427a4708b37_Enabled">
    <vt:lpwstr>true</vt:lpwstr>
  </property>
  <property fmtid="{D5CDD505-2E9C-101B-9397-08002B2CF9AE}" pid="3" name="MSIP_Label_9b5154d6-21c1-415b-b061-7427a4708b37_SetDate">
    <vt:lpwstr>2026-06-02T07:24:41Z</vt:lpwstr>
  </property>
  <property fmtid="{D5CDD505-2E9C-101B-9397-08002B2CF9AE}" pid="4" name="MSIP_Label_9b5154d6-21c1-415b-b061-7427a4708b37_Method">
    <vt:lpwstr>Privileged</vt:lpwstr>
  </property>
  <property fmtid="{D5CDD505-2E9C-101B-9397-08002B2CF9AE}" pid="5" name="MSIP_Label_9b5154d6-21c1-415b-b061-7427a4708b37_Name">
    <vt:lpwstr>Default Corporate Use</vt:lpwstr>
  </property>
  <property fmtid="{D5CDD505-2E9C-101B-9397-08002B2CF9AE}" pid="6" name="MSIP_Label_9b5154d6-21c1-415b-b061-7427a4708b37_SiteId">
    <vt:lpwstr>0b96d5d2-d153-4370-a2c7-8a926f24c8a1</vt:lpwstr>
  </property>
  <property fmtid="{D5CDD505-2E9C-101B-9397-08002B2CF9AE}" pid="7" name="MSIP_Label_9b5154d6-21c1-415b-b061-7427a4708b37_ActionId">
    <vt:lpwstr>401ea461-073c-41fb-a690-4cc0b8d44166</vt:lpwstr>
  </property>
  <property fmtid="{D5CDD505-2E9C-101B-9397-08002B2CF9AE}" pid="8" name="MSIP_Label_9b5154d6-21c1-415b-b061-7427a4708b37_ContentBits">
    <vt:lpwstr>1</vt:lpwstr>
  </property>
  <property fmtid="{D5CDD505-2E9C-101B-9397-08002B2CF9AE}" pid="9" name="MSIP_Label_9b5154d6-21c1-415b-b061-7427a4708b37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Corporate Use</vt:lpwstr>
  </property>
</Properties>
</file>